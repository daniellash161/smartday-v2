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F2440"/>
                </a:solidFill>
              </a:defRPr>
            </a:pPr>
            <a:r>
              <a:t>SmartDay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1F2937"/>
                </a:solidFill>
              </a:defRPr>
            </a:pPr>
            <a:r>
              <a:t>דשבורד יומי חכם שמרכז מידע, מסנן רעש ומתרגם את היום לפעולות ברורות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B7280"/>
                </a:solidFill>
              </a:defRPr>
            </a:pPr>
            <a:r>
              <a:t>פרויקט מוצר - תכנון, בדיקה ושיפור פרוטוטייפ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FAFA3"/>
          </a:solidFill>
          <a:ln>
            <a:solidFill>
              <a:srgbClr val="3FA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0F2440"/>
                </a:solidFill>
              </a:defRPr>
            </a:pPr>
            <a:r>
              <a:t>הבעיה: ניהול יום בין יותר מדי מקורות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>
                <a:solidFill>
                  <a:srgbClr val="6B7280"/>
                </a:solidFill>
              </a:defRPr>
            </a:pPr>
            <a:r>
              <a:t>מידע יומי מפוזר בין יומן, משימות, מיילים, תשלומים ועדכונים - ללא תיעדוף ברור.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המשתמש עובר בין מערכות שונות, מזהה לבד מה חשוב, ומתרגם מידע לפעולה באופן ידני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solidFill>
            <a:srgbClr val="FBE4EA"/>
          </a:solidFill>
          <a:ln>
            <a:solidFill>
              <a:srgbClr val="FB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60520"/>
            <a:ext cx="6949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עומס מידע ללא סדר פעולה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FAFA3"/>
          </a:solidFill>
          <a:ln>
            <a:solidFill>
              <a:srgbClr val="3FA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0F2440"/>
                </a:solidFill>
              </a:defRPr>
            </a:pPr>
            <a:r>
              <a:t>קהל היעד והצרכים המרכזיים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>
                <a:solidFill>
                  <a:srgbClr val="6B7280"/>
                </a:solidFill>
              </a:defRPr>
            </a:pPr>
            <a:r>
              <a:t>התמקדנו במשתמשים עמוסים שמנהלים כמה מקורות מידע במקביל.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749039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3FA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0F2440"/>
                </a:solidFill>
              </a:defRPr>
            </a:pPr>
            <a:r>
              <a:t>👥 קהל יעד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סטודנטים שעובדים במקביל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משתמשים עם דדליינים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אנשים שמנהלים יומן אישי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2011680"/>
            <a:ext cx="3749039" cy="4389120"/>
          </a:xfrm>
          <a:prstGeom prst="rect">
            <a:avLst/>
          </a:prstGeom>
          <a:solidFill>
            <a:srgbClr val="EEF4FB"/>
          </a:solidFill>
          <a:ln w="25400">
            <a:solidFill>
              <a:srgbClr val="7DB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1945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0F2440"/>
                </a:solidFill>
              </a:defRPr>
            </a:pPr>
            <a:r>
              <a:t>⚡ צרכים מרכזיים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74320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להבין מה דחוף היום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לרכז מידע במקום אחד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להפוך מיילים למשימות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FAFA3"/>
          </a:solidFill>
          <a:ln>
            <a:solidFill>
              <a:srgbClr val="3FA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0F2440"/>
                </a:solidFill>
              </a:defRPr>
            </a:pPr>
            <a:r>
              <a:t>ההשערות הראשוניות בתחילת התהליך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💡 ריכוז מידע יפחית עומס - אם המידע יופיע במקום אחד, המשתמש יבין מהר יותר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🎯 משתמשים רוצים פעולה - הערך המרכזי הוא הפיכת מיילים לפעולות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📅 סטודנטים צריכים תכנון קדימה - היום ומחר לא מספיקים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🏦 תובנות פיננסיות צריכות להיות שמרניות - אמינות ושקיפות חשובות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FAFA3"/>
          </a:solidFill>
          <a:ln>
            <a:solidFill>
              <a:srgbClr val="3FA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0F2440"/>
                </a:solidFill>
              </a:defRPr>
            </a:pPr>
            <a:r>
              <a:t>פרסונות מרכזיות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>
                <a:solidFill>
                  <a:srgbClr val="6B7280"/>
                </a:solidFill>
              </a:defRPr>
            </a:pPr>
            <a:r>
              <a:t>שני משתמשים מרכזיים המתמודדים עם אתגר דומה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749039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3FA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F2440"/>
                </a:solidFill>
              </a:defRPr>
            </a:pPr>
            <a:r>
              <a:t>👩‍🎓 סטודנטית עובדת,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צרכים: לראות שיעורים ומשימות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Pain: מידע מפוזר בין יומן ומיילים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2011680"/>
            <a:ext cx="3749039" cy="4389120"/>
          </a:xfrm>
          <a:prstGeom prst="rect">
            <a:avLst/>
          </a:prstGeom>
          <a:solidFill>
            <a:srgbClr val="EEF4FB"/>
          </a:solidFill>
          <a:ln w="25400">
            <a:solidFill>
              <a:srgbClr val="7DB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1945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F2440"/>
                </a:solidFill>
              </a:defRPr>
            </a:pPr>
            <a:r>
              <a:t>👩‍💼 אמא, עובדת,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74320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צרכים: תמונת מצב בבוקר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Pain: עומס תפקידים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FAFA3"/>
          </a:solidFill>
          <a:ln>
            <a:solidFill>
              <a:srgbClr val="3FA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0F2440"/>
                </a:solidFill>
              </a:defRPr>
            </a:pPr>
            <a:r>
              <a:t>נקודות כאב מרכזיות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📊 עומס מידע - מידע יומי מגיע מיומן, מיילים, משימות, אשראי וחדשות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❓ קושי בתיעדוף - המשתמש לא יודע מה דורש טיפול עכשיו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🔄 מעבר בין אפליקציות - כל מקור מידע בכלי אחר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📧 מיילים בין הכיסאות - מייל חשוב לא הופך למשימה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💾 חוסר רציפות - העדפות לא תמיד נשמרות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solidFill>
            <a:srgbClr val="FBE4EA"/>
          </a:solidFill>
          <a:ln>
            <a:solidFill>
              <a:srgbClr val="FB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532120"/>
            <a:ext cx="6949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הכאב המרכזי: המידע קיים, אך לא מחובר לפעולה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FAFA3"/>
          </a:solidFill>
          <a:ln>
            <a:solidFill>
              <a:srgbClr val="3FA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0F2440"/>
                </a:solidFill>
              </a:defRPr>
            </a:pPr>
            <a:r>
              <a:t>Jobs To Be Done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3749039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3FA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3FAFA3"/>
                </a:solidFill>
              </a:defRPr>
            </a:pPr>
            <a:r>
              <a:t>📍 JTBD 1: פתוח ויום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משימה: להבין מה דורש טיפול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הצלחה: זיהוי מה דחוף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SmartDay: דשבורד במקום אחד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2011680"/>
            <a:ext cx="3749039" cy="4389120"/>
          </a:xfrm>
          <a:prstGeom prst="rect">
            <a:avLst/>
          </a:prstGeom>
          <a:solidFill>
            <a:srgbClr val="EEF4FB"/>
          </a:solidFill>
          <a:ln w="25400">
            <a:solidFill>
              <a:srgbClr val="7DB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219456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7DB7E8"/>
                </a:solidFill>
              </a:defRPr>
            </a:pPr>
            <a:r>
              <a:t>📍 JTBD 2: הפוך לפעולה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56032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משימה: מידע → פעולה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הצלחה: הוספה מהירה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SmartDay: כפתורי פעולה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DB7E8"/>
          </a:solidFill>
          <a:ln>
            <a:solidFill>
              <a:srgbClr val="7DB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0F2440"/>
                </a:solidFill>
              </a:defRPr>
            </a:pPr>
            <a:r>
              <a:t>User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בתור סטודנטית עובדת, כאשר אני פותחת את היום בבוקר, אני רוצה לראות שיעורים ומשימות במקום אחד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בתור משתמשת עם הרבה מיילים, כאשר מייל דורש פעולה, אני רוצה להפוך אותו למשימה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בתור משתמשת עם חיובים קבועים, כאשר צפוי חיוב, אני רוצה לקבל תזכורת מראש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בתור סטודנטית, כאשר יש אירועים עתידיים, אני רוצה לראות אותם בלוח קדימה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DB7E8"/>
          </a:solidFill>
          <a:ln>
            <a:solidFill>
              <a:srgbClr val="7DB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0F2440"/>
                </a:solidFill>
              </a:defRPr>
            </a:pPr>
            <a:r>
              <a:t>פתרונות קיימים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>
                <a:solidFill>
                  <a:srgbClr val="6B7280"/>
                </a:solidFill>
              </a:defRPr>
            </a:pPr>
            <a:r>
              <a:t>כל כלי פותר חלק אחד בלבד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📅 Calendar - טוב: ניהול אירועים | חסר: משימות, מיילים, תשלומים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✓ Task Apps - טוב: משימות | חסר: חיבור אוטומטי למיילים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📧 Gmail - טוב: תקשורת | חסר: הפיכה למשימות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💳 Banking - טוב: פירוט חיובים | חסר: תובנות יומיות בדשבורד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solidFill>
            <a:srgbClr val="7DB7E8"/>
          </a:solidFill>
          <a:ln>
            <a:solidFill>
              <a:srgbClr val="7DB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532120"/>
            <a:ext cx="6949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הפער: אין חיבור בין המידע לפעולה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7DB7E8"/>
          </a:solidFill>
          <a:ln>
            <a:solidFill>
              <a:srgbClr val="7DB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0F2440"/>
                </a:solidFill>
              </a:defRPr>
            </a:pPr>
            <a:r>
              <a:t>מגמות שוק וטכנולוגיה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📱 דשבורדים אישיים - משתמשים רוצים ריכוז במקום אחד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🤖 AI לתיעדוף - כלים עוברים מהצגת מידע להמלצה על פעולה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⚙️ אוטומציה - מיילים, אירועים ועדכונים הופכים לפעולות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🔐 פרטיות ושקיפות - משתמשים רוצים לדעת מאיפה מגיע כל מידע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solidFill>
            <a:srgbClr val="7DB7E8"/>
          </a:solidFill>
          <a:ln>
            <a:solidFill>
              <a:srgbClr val="7DB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532120"/>
            <a:ext cx="6949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המגמות תומכות בSmartDay: ריכוז, סינון, פעולה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FAFA3"/>
          </a:solidFill>
          <a:ln>
            <a:solidFill>
              <a:srgbClr val="3FA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0F2440"/>
                </a:solidFill>
              </a:defRPr>
            </a:pPr>
            <a:r>
              <a:t>ניתוח SWOT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828800" cy="4389120"/>
          </a:xfrm>
          <a:prstGeom prst="rect">
            <a:avLst/>
          </a:prstGeom>
          <a:solidFill>
            <a:srgbClr val="DFF4EC"/>
          </a:solidFill>
          <a:ln>
            <a:solidFill>
              <a:srgbClr val="3FA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FAFA3"/>
                </a:solidFill>
              </a:defRPr>
            </a:pPr>
            <a:r>
              <a:t>💪 Strengths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F2937"/>
                </a:solidFill>
              </a:defRPr>
            </a:pPr>
            <a:r>
              <a:t>ריכוז מידע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F2937"/>
                </a:solidFill>
              </a:defRPr>
            </a:pPr>
            <a:r>
              <a:t>הפיכה לפעולות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F2937"/>
                </a:solidFill>
              </a:defRPr>
            </a:pPr>
            <a:r>
              <a:t>עבור עובדים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011680"/>
            <a:ext cx="1828800" cy="4389120"/>
          </a:xfrm>
          <a:prstGeom prst="rect">
            <a:avLst/>
          </a:prstGeom>
          <a:solidFill>
            <a:srgbClr val="FBE4EA"/>
          </a:solidFill>
          <a:ln>
            <a:solidFill>
              <a:srgbClr val="FB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21488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BE4EA"/>
                </a:solidFill>
              </a:defRPr>
            </a:pPr>
            <a:r>
              <a:t>⚠️ 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46888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F2937"/>
                </a:solidFill>
              </a:defRPr>
            </a:pPr>
            <a:r>
              <a:t>תלות API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F2937"/>
                </a:solidFill>
              </a:defRPr>
            </a:pPr>
            <a:r>
              <a:t>ניתוח PDF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F2937"/>
                </a:solidFill>
              </a:defRPr>
            </a:pPr>
            <a:r>
              <a:t>סיווג חד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2011680"/>
            <a:ext cx="1828800" cy="4389120"/>
          </a:xfrm>
          <a:prstGeom prst="rect">
            <a:avLst/>
          </a:prstGeom>
          <a:solidFill>
            <a:srgbClr val="EEF4FB"/>
          </a:solidFill>
          <a:ln>
            <a:solidFill>
              <a:srgbClr val="7DB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21488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7DB7E8"/>
                </a:solidFill>
              </a:defRPr>
            </a:pPr>
            <a:r>
              <a:t>🚀 Opportunities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46888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F2937"/>
                </a:solidFill>
              </a:defRPr>
            </a:pPr>
            <a:r>
              <a:t>שילוב AI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F2937"/>
                </a:solidFill>
              </a:defRPr>
            </a:pPr>
            <a:r>
              <a:t>הרחבה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F2937"/>
                </a:solidFill>
              </a:defRPr>
            </a:pPr>
            <a:r>
              <a:t>התאמה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2011680"/>
            <a:ext cx="1828800" cy="4389120"/>
          </a:xfrm>
          <a:prstGeom prst="rect">
            <a:avLst/>
          </a:prstGeom>
          <a:solidFill>
            <a:srgbClr val="FEFAF2"/>
          </a:solidFill>
          <a:ln>
            <a:solidFill>
              <a:srgbClr val="D8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1488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8A23A"/>
                </a:solidFill>
              </a:defRPr>
            </a:pPr>
            <a:r>
              <a:t>🎯 Threats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46888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F2937"/>
                </a:solidFill>
              </a:defRPr>
            </a:pPr>
            <a:r>
              <a:t>Google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F2937"/>
                </a:solidFill>
              </a:defRPr>
            </a:pPr>
            <a:r>
              <a:t>פרטיות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F2937"/>
                </a:solidFill>
              </a:defRPr>
            </a:pPr>
            <a:r>
              <a:t>API limits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F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FAFA3"/>
          </a:solidFill>
          <a:ln>
            <a:solidFill>
              <a:srgbClr val="3FA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0F2440"/>
                </a:solidFill>
              </a:defRPr>
            </a:pPr>
            <a:r>
              <a:t>הפתרון: דשבורד יומי שמחבר מידע לפעולה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>
                <a:solidFill>
                  <a:srgbClr val="6B7280"/>
                </a:solidFill>
              </a:defRPr>
            </a:pPr>
            <a:r>
              <a:t>SmartDay מרכז מידע ממקורות שונים ומציג רק את מה שדורש תשומת לב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🎯 יומן + משימות + מיילים + תשלומים + עדכונים = SmartDay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F2937"/>
                </a:solidFill>
              </a:defRPr>
            </a:pPr>
            <a:r>
              <a:t>💡 SmartDay לא מחליף את הכלים הקיימים - הוא מחבר ביניהם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114800"/>
            <a:ext cx="1280160" cy="457200"/>
          </a:xfrm>
          <a:prstGeom prst="rect">
            <a:avLst/>
          </a:prstGeom>
          <a:solidFill>
            <a:srgbClr val="3FAFA3"/>
          </a:solidFill>
          <a:ln>
            <a:solidFill>
              <a:srgbClr val="3FA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206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יומן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4114800"/>
            <a:ext cx="1280160" cy="457200"/>
          </a:xfrm>
          <a:prstGeom prst="rect">
            <a:avLst/>
          </a:prstGeom>
          <a:solidFill>
            <a:srgbClr val="3FAFA3"/>
          </a:solidFill>
          <a:ln>
            <a:solidFill>
              <a:srgbClr val="3FA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4206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משימות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4114800"/>
            <a:ext cx="1280160" cy="457200"/>
          </a:xfrm>
          <a:prstGeom prst="rect">
            <a:avLst/>
          </a:prstGeom>
          <a:solidFill>
            <a:srgbClr val="3FAFA3"/>
          </a:solidFill>
          <a:ln>
            <a:solidFill>
              <a:srgbClr val="3FA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4206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מיילים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4114800"/>
            <a:ext cx="1280160" cy="457200"/>
          </a:xfrm>
          <a:prstGeom prst="rect">
            <a:avLst/>
          </a:prstGeom>
          <a:solidFill>
            <a:srgbClr val="3FAFA3"/>
          </a:solidFill>
          <a:ln>
            <a:solidFill>
              <a:srgbClr val="3FA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4206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תשלומים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114800"/>
            <a:ext cx="1280160" cy="457200"/>
          </a:xfrm>
          <a:prstGeom prst="rect">
            <a:avLst/>
          </a:prstGeom>
          <a:solidFill>
            <a:srgbClr val="3FAFA3"/>
          </a:solidFill>
          <a:ln>
            <a:solidFill>
              <a:srgbClr val="3FA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4206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עדכונים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4114800"/>
            <a:ext cx="1280160" cy="457200"/>
          </a:xfrm>
          <a:prstGeom prst="rect">
            <a:avLst/>
          </a:prstGeom>
          <a:solidFill>
            <a:srgbClr val="3FAFA3"/>
          </a:solidFill>
          <a:ln>
            <a:solidFill>
              <a:srgbClr val="3FA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4206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העדפות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F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FAFA3"/>
          </a:solidFill>
          <a:ln>
            <a:solidFill>
              <a:srgbClr val="3FA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0F2440"/>
                </a:solidFill>
              </a:defRPr>
            </a:pPr>
            <a:r>
              <a:t>הצעת הערך הייחודית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>
                <a:solidFill>
                  <a:srgbClr val="6B7280"/>
                </a:solidFill>
              </a:defRPr>
            </a:pPr>
            <a:r>
              <a:t>ממידע מפוזר לפעולות ברורות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🎯 תמונת מצב יומית - כל מה שחשוב ליום אחד, במקום אחד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🌬️ סינון רעש - הצגת מידע רלוונטי בלבד, לא רשימות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⚡ פעולה מיידית - מייל, חיוב או עדכון → משימה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👤 חוויה אישית - שמירת העדפות, מצב לילה, תאימות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FAFA3"/>
          </a:solidFill>
          <a:ln>
            <a:solidFill>
              <a:srgbClr val="3FA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0F2440"/>
                </a:solidFill>
              </a:defRPr>
            </a:pPr>
            <a:r>
              <a:t>מתחרים ישירים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>
                <a:solidFill>
                  <a:srgbClr val="6B7280"/>
                </a:solidFill>
              </a:defRPr>
            </a:pPr>
            <a:r>
              <a:t>השוואת יכולות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📅 Calendar - Low ריכוז, High אירועים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✓ Task Apps - Medium ריכוז, High משימות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📧 Gmail - Low ריכוז, Low משימות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💳 Banking - Low ריכוז, Medium תובנות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SmartDay - HIGH ריכוז, HIGH משימות, HIGH תובנות תשלומים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0F2440"/>
                </a:solidFill>
              </a:defRPr>
            </a:pPr>
            <a:r>
              <a:t>Business Model Canvas - שלבים 1-4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6459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8A23A"/>
                </a:solidFill>
              </a:defRPr>
            </a:pPr>
            <a:r>
              <a:t>🎯 Customer Segments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F2937"/>
                </a:solidFill>
              </a:defRPr>
            </a:pPr>
            <a:r>
              <a:t>סטודנטים עובדים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F2937"/>
                </a:solidFill>
              </a:defRPr>
            </a:pPr>
            <a:r>
              <a:t>משתמשים עמוסים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F2937"/>
                </a:solidFill>
              </a:defRPr>
            </a:pPr>
            <a:r>
              <a:t>מנהלי פרויקטים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011680"/>
            <a:ext cx="16459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21945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8A23A"/>
                </a:solidFill>
              </a:defRPr>
            </a:pPr>
            <a:r>
              <a:t>💎 Value Proposition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74320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F2937"/>
                </a:solidFill>
              </a:defRPr>
            </a:pPr>
            <a:r>
              <a:t>דשבורד מרכזי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F2937"/>
                </a:solidFill>
              </a:defRPr>
            </a:pPr>
            <a:r>
              <a:t>תיעדוף מידע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F2937"/>
                </a:solidFill>
              </a:defRPr>
            </a:pPr>
            <a:r>
              <a:t>פעולה ברורה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2011680"/>
            <a:ext cx="16459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1945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8A23A"/>
                </a:solidFill>
              </a:defRPr>
            </a:pPr>
            <a:r>
              <a:t>📱 Channels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74320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F2937"/>
                </a:solidFill>
              </a:defRPr>
            </a:pPr>
            <a:r>
              <a:t>אפליקציית Web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F2937"/>
                </a:solidFill>
              </a:defRPr>
            </a:pPr>
            <a:r>
              <a:t>קהילות סטודנטים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F2937"/>
                </a:solidFill>
              </a:defRPr>
            </a:pPr>
            <a:r>
              <a:t>מוסדות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2011680"/>
            <a:ext cx="16459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21945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8A23A"/>
                </a:solidFill>
              </a:defRPr>
            </a:pPr>
            <a:r>
              <a:t>🤝 Customer Relationships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74320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F2937"/>
                </a:solidFill>
              </a:defRPr>
            </a:pPr>
            <a:r>
              <a:t>חוויה אישית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F2937"/>
                </a:solidFill>
              </a:defRPr>
            </a:pPr>
            <a:r>
              <a:t>תזכורות חכמות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000">
                <a:solidFill>
                  <a:srgbClr val="1F2937"/>
                </a:solidFill>
              </a:defRPr>
            </a:pPr>
            <a:r>
              <a:t>שמירת העדפות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F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FAFA3"/>
          </a:solidFill>
          <a:ln>
            <a:solidFill>
              <a:srgbClr val="3FA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0F2440"/>
                </a:solidFill>
              </a:defRPr>
            </a:pPr>
            <a:r>
              <a:t>מטרת הפרוטוטייפ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🧠 בדיקת הבנה - המשתמש מבין מה דחוף היום?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🔄 בדיקת הפיכה - מידע הופך למשימות?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✨ בדיקת ערך - חיבור מקורות יוצר ערך?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📊 בדיקת שימושיות - תובנות משפרות חוויה?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FAFA3"/>
          </a:solidFill>
          <a:ln>
            <a:solidFill>
              <a:srgbClr val="3FA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0F2440"/>
                </a:solidFill>
              </a:defRPr>
            </a:pPr>
            <a:r>
              <a:t>אפיון פיצ׳רים מרכזיים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⭐ Critical: לוח זמנים חכם, מיני לוח שנה, מיילים חשובים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⭐ Critical: תשלומים עם ניתוח PDF, תזכורות תשלום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⭐ Critical: שמירת העדפות (מצב לילה, מקור יומן)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✓ Nice-to-Have: עדכוני בוקר, פינה אישית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FAFA3"/>
          </a:solidFill>
          <a:ln>
            <a:solidFill>
              <a:srgbClr val="3FA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0F2440"/>
                </a:solidFill>
              </a:defRPr>
            </a:pPr>
            <a:r>
              <a:t>תעדוף פיצ׳רים לפי סדר עבודה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1️⃣ שיפור מודול אשראי - הפיצ׳ר היה לא אמין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2️⃣ הפרדת סוגי תשלומים - למניעת בלבול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3️⃣ תזכורות תשלום - הופך מידע לפעולה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4️⃣ שמירת העדפות - מאפשר שימוש רציף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5️⃣ מיני לוח שנה - תכנון עתידי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F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FAFA3"/>
          </a:solidFill>
          <a:ln>
            <a:solidFill>
              <a:srgbClr val="3FA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0F2440"/>
                </a:solidFill>
              </a:defRPr>
            </a:pPr>
            <a:r>
              <a:t>הפרוטוטייפ הפונקציונלי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>
                <a:solidFill>
                  <a:srgbClr val="6B7280"/>
                </a:solidFill>
              </a:defRPr>
            </a:pPr>
            <a:r>
              <a:t>גרסה עובדת שניתן להתנסות בה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6B728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7280"/>
                </a:solidFill>
              </a:defRPr>
            </a:pPr>
            <a:r>
              <a:t>[צילום מסך של הדשבורד הראשי]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⚡ React + TypeScript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📊 דשבורד יומי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🔗 חיבורי מידע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💾 שמירה מקומית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FAFA3"/>
          </a:solidFill>
          <a:ln>
            <a:solidFill>
              <a:srgbClr val="3FA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0F2440"/>
                </a:solidFill>
              </a:defRPr>
            </a:pPr>
            <a:r>
              <a:t>הדגמה חיה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>
                <a:solidFill>
                  <a:srgbClr val="6B7280"/>
                </a:solidFill>
              </a:defRPr>
            </a:pPr>
            <a:r>
              <a:t>זרימות שמראות מידע שהופך לפעולה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1️⃣ פתיחת הדשבורד וסיכום יומי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2️⃣ צפייה בלוח זמנים ומיני לוח שנה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3️⃣ הוספת משימה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4️⃣ הצגת מייל חשוב והפיכתו למשימה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5️⃣ פתיחת תובנות תשלומים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FAFA3"/>
          </a:solidFill>
          <a:ln>
            <a:solidFill>
              <a:srgbClr val="3FA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0F2440"/>
                </a:solidFill>
              </a:defRPr>
            </a:pPr>
            <a:r>
              <a:t>התפתחות הפרוטוטייפ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>
                <a:solidFill>
                  <a:srgbClr val="6B7280"/>
                </a:solidFill>
              </a:defRPr>
            </a:pPr>
            <a:r>
              <a:t>מ-wireframes לגרסה משופרת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749039" cy="4389120"/>
          </a:xfrm>
          <a:prstGeom prst="rect">
            <a:avLst/>
          </a:prstGeom>
          <a:solidFill>
            <a:srgbClr val="FBE4EA"/>
          </a:solidFill>
          <a:ln>
            <a:solidFill>
              <a:srgbClr val="FB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📋 Wireframes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מבנה בסיסי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חלוקה לאזורים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2011680"/>
            <a:ext cx="3749039" cy="4389120"/>
          </a:xfrm>
          <a:prstGeom prst="rect">
            <a:avLst/>
          </a:prstGeom>
          <a:solidFill>
            <a:srgbClr val="DFF4EC"/>
          </a:solidFill>
          <a:ln>
            <a:solidFill>
              <a:srgbClr val="3FA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1945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FAFA3"/>
                </a:solidFill>
              </a:defRPr>
            </a:pPr>
            <a:r>
              <a:t>🚀 משופרת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74320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תובנות חכמות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לוח שנה קדימה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עדכונים בחלון צף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פינה אישית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8A23A"/>
          </a:solidFill>
          <a:ln>
            <a:solidFill>
              <a:srgbClr val="D8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0F2440"/>
                </a:solidFill>
              </a:defRPr>
            </a:pPr>
            <a:r>
              <a:t>שני סבבי בדיקות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>
                <a:solidFill>
                  <a:srgbClr val="6B7280"/>
                </a:solidFill>
              </a:defRPr>
            </a:pPr>
            <a:r>
              <a:t>בדיקה, שיפור, בדיקה חוזרת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749039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8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8A23A"/>
                </a:solidFill>
              </a:defRPr>
            </a:pPr>
            <a:r>
              <a:t>🔍 סבב ראשון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בדיקת הדשבורד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זיהוי בעיות עומס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בדיקת PDF אשראי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2011680"/>
            <a:ext cx="3749039" cy="4389120"/>
          </a:xfrm>
          <a:prstGeom prst="rect">
            <a:avLst/>
          </a:prstGeom>
          <a:solidFill>
            <a:srgbClr val="EEF4FB"/>
          </a:solidFill>
          <a:ln>
            <a:solidFill>
              <a:srgbClr val="7DB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1945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7DB7E8"/>
                </a:solidFill>
              </a:defRPr>
            </a:pPr>
            <a:r>
              <a:t>🎯 סבב שני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74320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בדיקה לאחר שיפורים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תובנות תשלומים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מיני לוח שנה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העדפות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FAFA3"/>
          </a:solidFill>
          <a:ln>
            <a:solidFill>
              <a:srgbClr val="3FA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0F2440"/>
                </a:solidFill>
              </a:defRPr>
            </a:pPr>
            <a:r>
              <a:t>משתתפים, מתודולוגיה, מדדים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👥 משתתפים: 6 משתמשים - סטודנטים, עובדים, אמהות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🔬 מתודולוגיה: בדיקות שמישות, משימות, חשיבה בקול רם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📊 מדדים: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  • מספר פעולות 'הוסף למשימות'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  • תזכורות שנוספו ליומן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  • מציאת אירוע עתידי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  • אמון בתובנות פיננסיות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FAFA3"/>
          </a:solidFill>
          <a:ln>
            <a:solidFill>
              <a:srgbClr val="3FA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0F2440"/>
                </a:solidFill>
              </a:defRPr>
            </a:pPr>
            <a:r>
              <a:t>ניתוח מדדים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>
                <a:solidFill>
                  <a:srgbClr val="6B7280"/>
                </a:solidFill>
              </a:defRPr>
            </a:pPr>
            <a:r>
              <a:t>תוצאות ותובנות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📊 הפיכת מידע: משתמשים הבינו את הערך של פעולה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🔍 אירוע עתידי: שיפור משמעותי אחרי הוספת לוח שנה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💳 אמון אשראי: שורת מקור הגביר את האמון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💾 שמירה: העדפות נשמרות וזמינות לאחר רענון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FAFA3"/>
          </a:solidFill>
          <a:ln>
            <a:solidFill>
              <a:srgbClr val="3FA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0F2440"/>
                </a:solidFill>
              </a:defRPr>
            </a:pPr>
            <a:r>
              <a:t>ממצאים כמותיים ואיכותיים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>
                <a:solidFill>
                  <a:srgbClr val="6B7280"/>
                </a:solidFill>
              </a:defRPr>
            </a:pPr>
            <a:r>
              <a:t>שני מדדי הצלחה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749039" cy="4389120"/>
          </a:xfrm>
          <a:prstGeom prst="rect">
            <a:avLst/>
          </a:prstGeom>
          <a:solidFill>
            <a:srgbClr val="EEF4FB"/>
          </a:solidFill>
          <a:ln>
            <a:solidFill>
              <a:srgbClr val="7DB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7DB7E8"/>
                </a:solidFill>
              </a:defRPr>
            </a:pPr>
            <a:r>
              <a:t>📊 Quantitative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פעולות 'הוסף'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שיפור בלוח שנה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שמירה אמינה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2011680"/>
            <a:ext cx="3749039" cy="4389120"/>
          </a:xfrm>
          <a:prstGeom prst="rect">
            <a:avLst/>
          </a:prstGeom>
          <a:solidFill>
            <a:srgbClr val="ECE8FF"/>
          </a:solidFill>
          <a:ln>
            <a:solidFill>
              <a:srgbClr val="3FA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1945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FAFA3"/>
                </a:solidFill>
              </a:defRPr>
            </a:pPr>
            <a:r>
              <a:t>💬 Qualitative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74320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דשבורד ברור יותר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אשראי שמרני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עדכונים מאוזנים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FAFA3"/>
          </a:solidFill>
          <a:ln>
            <a:solidFill>
              <a:srgbClr val="3FA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0F2440"/>
                </a:solidFill>
              </a:defRPr>
            </a:pPr>
            <a:r>
              <a:t>מסקנות והמלצות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>
                <a:solidFill>
                  <a:srgbClr val="6B7280"/>
                </a:solidFill>
              </a:defRPr>
            </a:pPr>
            <a:r>
              <a:t>שיפורים לשלב הבא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1️⃣ חזק את עיקרון מידע → פעולה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2️⃣ דשבורד קומפקטי עם פירוט בחלונות צפים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3️⃣ הרחב תמיכה בספקים אשראי נוספים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4️⃣ שפר דיוק תזכורות תשלום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5️⃣ חבר חדשות דרך Backend יציב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F2937"/>
                </a:solidFill>
              </a:defRPr>
            </a:pPr>
            <a:r>
              <a:t>6️⃣ העמיק התאמה אישית ושמירת העדפות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F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FAFA3"/>
          </a:solidFill>
          <a:ln>
            <a:solidFill>
              <a:srgbClr val="3FA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0F2440"/>
                </a:solidFill>
              </a:defRPr>
            </a:pPr>
            <a:r>
              <a:t>סיכום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>
                <a:solidFill>
                  <a:srgbClr val="6B7280"/>
                </a:solidFill>
              </a:defRPr>
            </a:pPr>
            <a:r>
              <a:t>SmartDay: מרכז שליטה יומי חכם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✓ משתמשים צריכים פחות עומס ויותר תיעדוף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✓ דשבורד טוב לא מציג הכול - הוא מציג את מה שחשוב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✓ פיצ׳רים חכמים חייבים להיות אמינים ושקופים</a:t>
            </a: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</a:p>
          <a:p>
            <a:pPr algn="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F2937"/>
                </a:solidFill>
              </a:defRPr>
            </a:pPr>
            <a:r>
              <a:t>✓ התאמה אישית ושמירת העדפות = שימוש חוזר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solidFill>
            <a:srgbClr val="3FAFA3"/>
          </a:solidFill>
          <a:ln>
            <a:solidFill>
              <a:srgbClr val="3FA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623560"/>
            <a:ext cx="6949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תמונת מצב אחת • פעולות ברורות • פחות רעש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